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4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3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7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7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9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8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6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3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1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500DC-8BD5-4D10-94CE-EA6958461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170D5-4FDD-481A-9739-0DD735B3E6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88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4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33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8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8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112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Usuario de Windows</cp:lastModifiedBy>
  <cp:revision>5</cp:revision>
  <dcterms:created xsi:type="dcterms:W3CDTF">2026-10-27T18:19:03Z</dcterms:created>
  <dcterms:modified xsi:type="dcterms:W3CDTF">2026-10-27T19:09:54Z</dcterms:modified>
</cp:coreProperties>
</file>